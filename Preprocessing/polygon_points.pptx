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1" r:id="rId6"/>
    <p:sldId id="262" r:id="rId7"/>
    <p:sldId id="260" r:id="rId8"/>
    <p:sldId id="259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940"/>
    <a:srgbClr val="FFFF6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E71EA-AE97-4A40-83B6-6BBC13E7F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B021B96-44B0-4198-9637-028A6F2CE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D8F3F7-AA7D-410B-B272-C8DA634A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12A046-42DE-406E-B759-0D6609F8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6FA65A-CEA5-41EF-8D16-D2042EC3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7664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A7EED0-FB45-4AA8-8E29-D89BFB1A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AAF8BF-DB5D-4BC3-B696-6D10ED9FF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224187-EAC9-4609-A4F7-040CDFBB0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DC9AF-3790-44D2-9AD6-77DEDD4B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C21C2B-BAE5-484C-9327-66A09C05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4421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BF30F-74BA-494A-B8B4-2A7B76BF5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C2F8CE-E7CC-4D39-A4E5-A30B6A53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E7CAF8-5AEB-4267-917E-6943FEF0F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646F31-4C58-4652-A40A-C4150A81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149C15-5277-461E-9EF3-333ADA40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2202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23A4A-6580-4B26-8D5F-DEA8E16D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F72988-D39B-4F24-A204-FC1D384D3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0A1B33A-C817-4147-B80C-771504BA7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1ADB58-02CC-41CB-807A-08F609F69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EB23B9-842F-48DA-B12E-809212D6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A63962C-B30B-4E27-99AF-AE5CD463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59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E51B4-061A-4ABF-BEA2-6C895B12E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EC2432-FA38-466A-89D8-F0A0F15A4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F0E072-B026-4D05-941F-CE2B7B20C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D567065-C60D-463A-BCF8-1FD65C1B6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723B57C-6F5C-4610-8D49-8A25CD6EF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B795BE3-51C8-4F8F-A4B3-524D8FA7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84AB10F-FC33-4A72-A0DD-E1C6B342A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65EC2E9-9D59-4695-BD6E-128FD2FD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7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A05AAA-4FC3-4FD6-A1AF-D5AFADE2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AC6ECA-E3F8-499F-BF24-11476914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F314D96-EDA9-458D-B598-54218EE5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561EB5-D99C-4571-A815-E716E455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444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575741C-9E71-4CFE-86A9-819BFFE8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1A0AE34-1C20-45F6-AC3F-0D8BAE6F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F87E91-B6D5-4A5A-8F14-97F04B74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01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82C00-C375-4ED1-854F-A2425E81F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012A4C-7C32-4234-B993-712AF1D5E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CBAAED9-CB39-485A-9312-E78C99FDA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6A4C190-CA39-4FE1-9061-19BCF62D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6F8BC3-9901-42F1-B8AD-C0DC4290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1B59F05-0792-4B5F-8E1B-10266BD1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211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46BB3D-DF42-409D-98B2-F41211BB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BD705AE-0661-45A8-97BB-62575A1DC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D44116F-FBEF-4E45-B27D-D48999D2B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0F7F85-265A-4F9D-AFD0-B221D6E1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BEBFEB-4CB0-49EB-AF5F-37CA260B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8FF7A95-C78A-421F-863B-6E1E97FC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44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48540E-55FD-41B9-A1DA-61FE875D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F4C437-D090-4720-B548-75B485F48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A66649-0A86-4520-85F2-CBC9A118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99488C-9D0E-4741-A6D2-198C575B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72B9DD-3DD2-4F9B-A5F5-ADF2B035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36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0D3C305-FB18-41C4-9933-917F844E0C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C7CC9F-267D-4D6B-BF52-B33CCF69B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41F206-0FF7-4F4D-BD1C-2F1F28F13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9D3173-191E-4FE2-AC94-4685444D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49A429-4337-4887-86BC-CBCDD156E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26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9A7ED3-AEE5-45D3-A949-A6E82FD11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3F8551-C13E-4901-A4EE-18D6DE313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9ADCEB-21D3-49E6-BF8A-3FECC7201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63ABD-5E0A-4DBC-9D84-3734894B95D9}" type="datetimeFigureOut">
              <a:rPr lang="zh-TW" altLang="en-US" smtClean="0"/>
              <a:t>2024/12/10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DE5403-2D4F-46E5-A863-022405165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08A3DB-5938-45BA-A72D-4D06CE309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488B5-7BCE-48D4-ACD2-6A9E328E84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9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DA98824-5BE8-4CDF-945B-F7F7D238A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151" y="0"/>
            <a:ext cx="9144000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E6A2CF6-811D-4683-A272-7E29607A07DB}"/>
              </a:ext>
            </a:extLst>
          </p:cNvPr>
          <p:cNvSpPr/>
          <p:nvPr/>
        </p:nvSpPr>
        <p:spPr>
          <a:xfrm>
            <a:off x="1416151" y="0"/>
            <a:ext cx="9144000" cy="6858000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9CE815F-E53E-4D65-9DE6-DA86194B3B17}"/>
              </a:ext>
            </a:extLst>
          </p:cNvPr>
          <p:cNvSpPr>
            <a:spLocks noChangeAspect="1"/>
          </p:cNvSpPr>
          <p:nvPr/>
        </p:nvSpPr>
        <p:spPr>
          <a:xfrm>
            <a:off x="4932217" y="787854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34E1124-D37B-4376-BFF2-E17B6A6AE62A}"/>
              </a:ext>
            </a:extLst>
          </p:cNvPr>
          <p:cNvSpPr>
            <a:spLocks noChangeAspect="1"/>
          </p:cNvSpPr>
          <p:nvPr/>
        </p:nvSpPr>
        <p:spPr>
          <a:xfrm>
            <a:off x="6922653" y="787854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8D9D3A5-DDED-4293-95DF-F7100882EDBA}"/>
              </a:ext>
            </a:extLst>
          </p:cNvPr>
          <p:cNvSpPr>
            <a:spLocks noChangeAspect="1"/>
          </p:cNvSpPr>
          <p:nvPr/>
        </p:nvSpPr>
        <p:spPr>
          <a:xfrm>
            <a:off x="2105889" y="4934981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A8C3C1D-E92C-4B2E-A107-F874AEC828B9}"/>
              </a:ext>
            </a:extLst>
          </p:cNvPr>
          <p:cNvSpPr>
            <a:spLocks noChangeAspect="1"/>
          </p:cNvSpPr>
          <p:nvPr/>
        </p:nvSpPr>
        <p:spPr>
          <a:xfrm>
            <a:off x="9748980" y="4934981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0BA3754-0F04-4C76-97DC-D05FEDD97403}"/>
              </a:ext>
            </a:extLst>
          </p:cNvPr>
          <p:cNvSpPr>
            <a:spLocks noChangeAspect="1"/>
          </p:cNvSpPr>
          <p:nvPr/>
        </p:nvSpPr>
        <p:spPr>
          <a:xfrm>
            <a:off x="5932732" y="6107545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7B6A7BF9-C7AA-4D3A-84C9-0C5EE74CB3A7}"/>
              </a:ext>
            </a:extLst>
          </p:cNvPr>
          <p:cNvSpPr>
            <a:spLocks noChangeAspect="1"/>
          </p:cNvSpPr>
          <p:nvPr/>
        </p:nvSpPr>
        <p:spPr>
          <a:xfrm>
            <a:off x="3840086" y="6024417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67C34F69-5CBB-43EF-B09D-5C41907C53AC}"/>
              </a:ext>
            </a:extLst>
          </p:cNvPr>
          <p:cNvCxnSpPr>
            <a:stCxn id="15" idx="1"/>
          </p:cNvCxnSpPr>
          <p:nvPr/>
        </p:nvCxnSpPr>
        <p:spPr>
          <a:xfrm>
            <a:off x="2122121" y="4951213"/>
            <a:ext cx="1757152" cy="1156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F35AA9A0-2903-4326-BF2B-87DF5033702E}"/>
              </a:ext>
            </a:extLst>
          </p:cNvPr>
          <p:cNvCxnSpPr>
            <a:cxnSpLocks/>
            <a:stCxn id="16" idx="6"/>
            <a:endCxn id="25" idx="6"/>
          </p:cNvCxnSpPr>
          <p:nvPr/>
        </p:nvCxnSpPr>
        <p:spPr>
          <a:xfrm flipH="1">
            <a:off x="8152448" y="4990400"/>
            <a:ext cx="1707370" cy="1075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C5375F36-686D-4605-B322-DE908EF41003}"/>
              </a:ext>
            </a:extLst>
          </p:cNvPr>
          <p:cNvCxnSpPr>
            <a:cxnSpLocks/>
          </p:cNvCxnSpPr>
          <p:nvPr/>
        </p:nvCxnSpPr>
        <p:spPr>
          <a:xfrm>
            <a:off x="3879273" y="6107545"/>
            <a:ext cx="2108878" cy="55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3EA14D6F-93ED-4655-B657-DBFAD669B57F}"/>
              </a:ext>
            </a:extLst>
          </p:cNvPr>
          <p:cNvCxnSpPr>
            <a:cxnSpLocks/>
            <a:endCxn id="25" idx="3"/>
          </p:cNvCxnSpPr>
          <p:nvPr/>
        </p:nvCxnSpPr>
        <p:spPr>
          <a:xfrm flipV="1">
            <a:off x="5988151" y="6105101"/>
            <a:ext cx="2069691" cy="578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F93989DF-D98D-48AE-B0A0-BED5DC81F2F9}"/>
              </a:ext>
            </a:extLst>
          </p:cNvPr>
          <p:cNvSpPr>
            <a:spLocks noChangeAspect="1"/>
          </p:cNvSpPr>
          <p:nvPr/>
        </p:nvSpPr>
        <p:spPr>
          <a:xfrm>
            <a:off x="8041610" y="6010495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3C69C49F-18E4-4089-ACD4-561601294A44}"/>
              </a:ext>
            </a:extLst>
          </p:cNvPr>
          <p:cNvCxnSpPr>
            <a:cxnSpLocks/>
            <a:stCxn id="16" idx="1"/>
            <a:endCxn id="14" idx="5"/>
          </p:cNvCxnSpPr>
          <p:nvPr/>
        </p:nvCxnSpPr>
        <p:spPr>
          <a:xfrm flipH="1" flipV="1">
            <a:off x="7017259" y="882460"/>
            <a:ext cx="2747953" cy="4068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1374172-FCAC-4051-AAB8-54DB57A445BF}"/>
              </a:ext>
            </a:extLst>
          </p:cNvPr>
          <p:cNvCxnSpPr>
            <a:cxnSpLocks/>
            <a:stCxn id="14" idx="1"/>
            <a:endCxn id="12" idx="6"/>
          </p:cNvCxnSpPr>
          <p:nvPr/>
        </p:nvCxnSpPr>
        <p:spPr>
          <a:xfrm flipH="1">
            <a:off x="5043055" y="804086"/>
            <a:ext cx="1895830" cy="39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A922846E-6C2B-4073-9112-0EF1A64C41AC}"/>
              </a:ext>
            </a:extLst>
          </p:cNvPr>
          <p:cNvCxnSpPr>
            <a:cxnSpLocks/>
            <a:stCxn id="12" idx="4"/>
            <a:endCxn id="15" idx="1"/>
          </p:cNvCxnSpPr>
          <p:nvPr/>
        </p:nvCxnSpPr>
        <p:spPr>
          <a:xfrm flipH="1">
            <a:off x="2122121" y="898692"/>
            <a:ext cx="2865515" cy="4052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EA8BC65-8AF8-4FBB-884B-C441966952FB}"/>
              </a:ext>
            </a:extLst>
          </p:cNvPr>
          <p:cNvSpPr txBox="1"/>
          <p:nvPr/>
        </p:nvSpPr>
        <p:spPr>
          <a:xfrm>
            <a:off x="4230255" y="535420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Width//2-105, 90</a:t>
            </a:r>
            <a:endParaRPr lang="zh-TW" altLang="en-US" sz="12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F201399-78C7-4198-8C1A-FCA00BBC5FC8}"/>
              </a:ext>
            </a:extLst>
          </p:cNvPr>
          <p:cNvSpPr txBox="1"/>
          <p:nvPr/>
        </p:nvSpPr>
        <p:spPr>
          <a:xfrm>
            <a:off x="6373091" y="502787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Width//2+105, 90</a:t>
            </a:r>
            <a:endParaRPr lang="zh-TW" altLang="en-US" sz="12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4E5A636-F6C8-4066-A6BA-6E882FE268AE}"/>
              </a:ext>
            </a:extLst>
          </p:cNvPr>
          <p:cNvSpPr txBox="1"/>
          <p:nvPr/>
        </p:nvSpPr>
        <p:spPr>
          <a:xfrm>
            <a:off x="2248240" y="4812713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80, height-200</a:t>
            </a:r>
            <a:endParaRPr lang="zh-TW" altLang="en-US" sz="12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043E4741-6E30-4FD3-98B5-84CFFA294C58}"/>
              </a:ext>
            </a:extLst>
          </p:cNvPr>
          <p:cNvSpPr txBox="1"/>
          <p:nvPr/>
        </p:nvSpPr>
        <p:spPr>
          <a:xfrm>
            <a:off x="8201350" y="4851900"/>
            <a:ext cx="1654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Width-80, height-200</a:t>
            </a:r>
            <a:endParaRPr lang="zh-TW" altLang="en-US" sz="12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8DC1D44-05E8-42D4-9CF5-340C3E11EA30}"/>
              </a:ext>
            </a:extLst>
          </p:cNvPr>
          <p:cNvSpPr txBox="1"/>
          <p:nvPr/>
        </p:nvSpPr>
        <p:spPr>
          <a:xfrm>
            <a:off x="5262418" y="6246092"/>
            <a:ext cx="1667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Width//2, height-75</a:t>
            </a:r>
            <a:endParaRPr lang="zh-TW" altLang="en-US" sz="12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2B9AAD9-F55D-4D61-93C6-CBEAF4D785F3}"/>
              </a:ext>
            </a:extLst>
          </p:cNvPr>
          <p:cNvSpPr txBox="1"/>
          <p:nvPr/>
        </p:nvSpPr>
        <p:spPr>
          <a:xfrm>
            <a:off x="3084878" y="6149202"/>
            <a:ext cx="1667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230, height-85</a:t>
            </a:r>
            <a:endParaRPr lang="zh-TW" altLang="en-US" sz="12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B6E4FA6-7E90-4583-B563-6BA44418D026}"/>
              </a:ext>
            </a:extLst>
          </p:cNvPr>
          <p:cNvSpPr txBox="1"/>
          <p:nvPr/>
        </p:nvSpPr>
        <p:spPr>
          <a:xfrm>
            <a:off x="7764727" y="6163495"/>
            <a:ext cx="1667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Width-230, height-85</a:t>
            </a:r>
            <a:endParaRPr lang="zh-TW" altLang="en-US" sz="12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D683EF3-C392-4D13-AC74-1DFB460BE1A3}"/>
              </a:ext>
            </a:extLst>
          </p:cNvPr>
          <p:cNvSpPr txBox="1"/>
          <p:nvPr/>
        </p:nvSpPr>
        <p:spPr>
          <a:xfrm>
            <a:off x="2571427" y="1917536"/>
            <a:ext cx="114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960 x 720</a:t>
            </a:r>
            <a:endParaRPr lang="zh-TW" altLang="en-US" dirty="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25904AD2-F6BC-45BD-A710-03A0057BD07B}"/>
              </a:ext>
            </a:extLst>
          </p:cNvPr>
          <p:cNvSpPr>
            <a:spLocks noChangeAspect="1"/>
          </p:cNvSpPr>
          <p:nvPr/>
        </p:nvSpPr>
        <p:spPr>
          <a:xfrm>
            <a:off x="4448123" y="1539257"/>
            <a:ext cx="110838" cy="1108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EA7632D9-285D-4183-9152-9FAD72DE437B}"/>
              </a:ext>
            </a:extLst>
          </p:cNvPr>
          <p:cNvSpPr>
            <a:spLocks noChangeAspect="1"/>
          </p:cNvSpPr>
          <p:nvPr/>
        </p:nvSpPr>
        <p:spPr>
          <a:xfrm>
            <a:off x="3029459" y="3545543"/>
            <a:ext cx="110838" cy="1108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E039BA80-B662-4623-BE47-CEA5C58DFBD9}"/>
              </a:ext>
            </a:extLst>
          </p:cNvPr>
          <p:cNvSpPr>
            <a:spLocks noChangeAspect="1"/>
          </p:cNvSpPr>
          <p:nvPr/>
        </p:nvSpPr>
        <p:spPr>
          <a:xfrm>
            <a:off x="8782560" y="3545543"/>
            <a:ext cx="110838" cy="1108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A3C01CA9-FCE9-47B6-ABEE-6FDF5954A48C}"/>
              </a:ext>
            </a:extLst>
          </p:cNvPr>
          <p:cNvSpPr>
            <a:spLocks noChangeAspect="1"/>
          </p:cNvSpPr>
          <p:nvPr/>
        </p:nvSpPr>
        <p:spPr>
          <a:xfrm>
            <a:off x="7432897" y="1539257"/>
            <a:ext cx="110838" cy="1108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7477867-1FBC-4DC2-8076-B0E76426950F}"/>
              </a:ext>
            </a:extLst>
          </p:cNvPr>
          <p:cNvSpPr txBox="1"/>
          <p:nvPr/>
        </p:nvSpPr>
        <p:spPr>
          <a:xfrm>
            <a:off x="3789042" y="1351313"/>
            <a:ext cx="805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330, 170</a:t>
            </a:r>
            <a:endParaRPr lang="zh-TW" altLang="en-US" sz="12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10D87CD-FF75-4DF0-A59B-BFC3E336C75F}"/>
              </a:ext>
            </a:extLst>
          </p:cNvPr>
          <p:cNvSpPr txBox="1"/>
          <p:nvPr/>
        </p:nvSpPr>
        <p:spPr>
          <a:xfrm>
            <a:off x="2332102" y="3437489"/>
            <a:ext cx="995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185, 370</a:t>
            </a:r>
            <a:endParaRPr lang="zh-TW" altLang="en-US" sz="12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05E574E-1502-4AED-A62A-211D9D12CA26}"/>
              </a:ext>
            </a:extLst>
          </p:cNvPr>
          <p:cNvSpPr txBox="1"/>
          <p:nvPr/>
        </p:nvSpPr>
        <p:spPr>
          <a:xfrm>
            <a:off x="7547231" y="1373096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640, 170</a:t>
            </a:r>
            <a:endParaRPr lang="zh-TW" altLang="en-US" sz="12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F39F1AE-CC74-47B7-8091-F39CF9059AD3}"/>
              </a:ext>
            </a:extLst>
          </p:cNvPr>
          <p:cNvSpPr txBox="1"/>
          <p:nvPr/>
        </p:nvSpPr>
        <p:spPr>
          <a:xfrm>
            <a:off x="8924098" y="3437488"/>
            <a:ext cx="847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775, 370</a:t>
            </a:r>
            <a:endParaRPr lang="zh-TW" altLang="en-US" sz="1200" dirty="0"/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AFEDFFE7-7D62-4155-B85A-2D2177E0DB65}"/>
              </a:ext>
            </a:extLst>
          </p:cNvPr>
          <p:cNvCxnSpPr>
            <a:cxnSpLocks/>
          </p:cNvCxnSpPr>
          <p:nvPr/>
        </p:nvCxnSpPr>
        <p:spPr>
          <a:xfrm>
            <a:off x="2555194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5E25D449-7AA6-4EFC-B98D-65763DDE4609}"/>
              </a:ext>
            </a:extLst>
          </p:cNvPr>
          <p:cNvCxnSpPr>
            <a:cxnSpLocks/>
          </p:cNvCxnSpPr>
          <p:nvPr/>
        </p:nvCxnSpPr>
        <p:spPr>
          <a:xfrm>
            <a:off x="1411629" y="205185"/>
            <a:ext cx="0" cy="1959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E60988AB-6BE3-43F7-BC39-6EE0EAE4A84E}"/>
              </a:ext>
            </a:extLst>
          </p:cNvPr>
          <p:cNvCxnSpPr>
            <a:cxnSpLocks/>
          </p:cNvCxnSpPr>
          <p:nvPr/>
        </p:nvCxnSpPr>
        <p:spPr>
          <a:xfrm>
            <a:off x="10560151" y="158766"/>
            <a:ext cx="0" cy="1959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166FF9F0-374D-4B38-A2F0-5FDE499F5405}"/>
              </a:ext>
            </a:extLst>
          </p:cNvPr>
          <p:cNvCxnSpPr>
            <a:cxnSpLocks/>
          </p:cNvCxnSpPr>
          <p:nvPr/>
        </p:nvCxnSpPr>
        <p:spPr>
          <a:xfrm>
            <a:off x="3698759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0CE45F56-3A02-494E-B789-93E64740E4A0}"/>
              </a:ext>
            </a:extLst>
          </p:cNvPr>
          <p:cNvCxnSpPr>
            <a:cxnSpLocks/>
          </p:cNvCxnSpPr>
          <p:nvPr/>
        </p:nvCxnSpPr>
        <p:spPr>
          <a:xfrm>
            <a:off x="4842324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B4F07109-C716-419E-89B2-A2694D691C1A}"/>
              </a:ext>
            </a:extLst>
          </p:cNvPr>
          <p:cNvCxnSpPr>
            <a:cxnSpLocks/>
          </p:cNvCxnSpPr>
          <p:nvPr/>
        </p:nvCxnSpPr>
        <p:spPr>
          <a:xfrm>
            <a:off x="5985889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7B025C3D-6254-42A1-9583-95E439FCEE3E}"/>
              </a:ext>
            </a:extLst>
          </p:cNvPr>
          <p:cNvCxnSpPr>
            <a:cxnSpLocks/>
          </p:cNvCxnSpPr>
          <p:nvPr/>
        </p:nvCxnSpPr>
        <p:spPr>
          <a:xfrm>
            <a:off x="7129454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4AE086A5-7A90-4B30-B308-DEB19D81ECD0}"/>
              </a:ext>
            </a:extLst>
          </p:cNvPr>
          <p:cNvCxnSpPr>
            <a:cxnSpLocks/>
          </p:cNvCxnSpPr>
          <p:nvPr/>
        </p:nvCxnSpPr>
        <p:spPr>
          <a:xfrm>
            <a:off x="8273019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0E99F128-A95E-4508-B7AF-C8B813F6A944}"/>
              </a:ext>
            </a:extLst>
          </p:cNvPr>
          <p:cNvCxnSpPr>
            <a:cxnSpLocks/>
          </p:cNvCxnSpPr>
          <p:nvPr/>
        </p:nvCxnSpPr>
        <p:spPr>
          <a:xfrm>
            <a:off x="9416584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B37FEFA6-45C0-4DE4-A768-303C4E0C3E8A}"/>
              </a:ext>
            </a:extLst>
          </p:cNvPr>
          <p:cNvSpPr txBox="1"/>
          <p:nvPr/>
        </p:nvSpPr>
        <p:spPr>
          <a:xfrm>
            <a:off x="1152957" y="-210566"/>
            <a:ext cx="201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TW" altLang="en-US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3D999DB6-E7EF-4C95-9586-A5BB4F6CEAC7}"/>
              </a:ext>
            </a:extLst>
          </p:cNvPr>
          <p:cNvSpPr txBox="1"/>
          <p:nvPr/>
        </p:nvSpPr>
        <p:spPr>
          <a:xfrm>
            <a:off x="10277269" y="-109355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960</a:t>
            </a:r>
            <a:endParaRPr lang="zh-TW" altLang="en-US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96C471E-AE65-4845-AE51-1581C6198D80}"/>
              </a:ext>
            </a:extLst>
          </p:cNvPr>
          <p:cNvSpPr txBox="1"/>
          <p:nvPr/>
        </p:nvSpPr>
        <p:spPr>
          <a:xfrm>
            <a:off x="5674241" y="-80358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480</a:t>
            </a:r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65748AD9-4BFC-464D-AA39-5809F9994B55}"/>
              </a:ext>
            </a:extLst>
          </p:cNvPr>
          <p:cNvSpPr txBox="1"/>
          <p:nvPr/>
        </p:nvSpPr>
        <p:spPr>
          <a:xfrm>
            <a:off x="3382502" y="-58131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240</a:t>
            </a:r>
            <a:endParaRPr lang="zh-TW" altLang="en-US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F15FD064-B827-414B-931A-2FB5E303D4E9}"/>
              </a:ext>
            </a:extLst>
          </p:cNvPr>
          <p:cNvSpPr txBox="1"/>
          <p:nvPr/>
        </p:nvSpPr>
        <p:spPr>
          <a:xfrm>
            <a:off x="4521457" y="-98780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360</a:t>
            </a:r>
            <a:endParaRPr lang="zh-TW" altLang="en-US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71C9C39-BAF4-4539-A37F-B573EDE8C332}"/>
              </a:ext>
            </a:extLst>
          </p:cNvPr>
          <p:cNvSpPr txBox="1"/>
          <p:nvPr/>
        </p:nvSpPr>
        <p:spPr>
          <a:xfrm>
            <a:off x="2277904" y="-102354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120</a:t>
            </a:r>
            <a:endParaRPr lang="zh-TW" altLang="en-US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05D80ED1-C500-4F20-A43E-82E68554BF26}"/>
              </a:ext>
            </a:extLst>
          </p:cNvPr>
          <p:cNvSpPr txBox="1"/>
          <p:nvPr/>
        </p:nvSpPr>
        <p:spPr>
          <a:xfrm>
            <a:off x="6790146" y="-92919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600</a:t>
            </a:r>
            <a:endParaRPr lang="zh-TW" altLang="en-US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2F47497E-2B24-4A40-B52D-6B4AFE1092A7}"/>
              </a:ext>
            </a:extLst>
          </p:cNvPr>
          <p:cNvSpPr txBox="1"/>
          <p:nvPr/>
        </p:nvSpPr>
        <p:spPr>
          <a:xfrm>
            <a:off x="9206904" y="-75678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840</a:t>
            </a:r>
            <a:endParaRPr lang="zh-TW" altLang="en-US" dirty="0"/>
          </a:p>
        </p:txBody>
      </p: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B0ADA6BA-2C92-4C11-BCD9-8B130977F5EA}"/>
              </a:ext>
            </a:extLst>
          </p:cNvPr>
          <p:cNvCxnSpPr>
            <a:cxnSpLocks/>
          </p:cNvCxnSpPr>
          <p:nvPr/>
        </p:nvCxnSpPr>
        <p:spPr>
          <a:xfrm>
            <a:off x="1043743" y="-8146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E011F783-DED9-4456-AEE5-2F740724F424}"/>
              </a:ext>
            </a:extLst>
          </p:cNvPr>
          <p:cNvCxnSpPr>
            <a:cxnSpLocks/>
          </p:cNvCxnSpPr>
          <p:nvPr/>
        </p:nvCxnSpPr>
        <p:spPr>
          <a:xfrm>
            <a:off x="1006865" y="6858000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37BBCE17-E0BA-4ED3-BF1E-C7AEE78FD09B}"/>
              </a:ext>
            </a:extLst>
          </p:cNvPr>
          <p:cNvCxnSpPr>
            <a:cxnSpLocks/>
          </p:cNvCxnSpPr>
          <p:nvPr/>
        </p:nvCxnSpPr>
        <p:spPr>
          <a:xfrm>
            <a:off x="1034525" y="5999730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5445ADD6-6D07-4DF8-8088-9365033E84BD}"/>
              </a:ext>
            </a:extLst>
          </p:cNvPr>
          <p:cNvCxnSpPr>
            <a:cxnSpLocks/>
          </p:cNvCxnSpPr>
          <p:nvPr/>
        </p:nvCxnSpPr>
        <p:spPr>
          <a:xfrm>
            <a:off x="1011475" y="5141462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5996DE79-28D8-4085-8476-ADC31059542D}"/>
              </a:ext>
            </a:extLst>
          </p:cNvPr>
          <p:cNvCxnSpPr>
            <a:cxnSpLocks/>
          </p:cNvCxnSpPr>
          <p:nvPr/>
        </p:nvCxnSpPr>
        <p:spPr>
          <a:xfrm>
            <a:off x="1029915" y="4283194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95E85D81-890A-417D-90FC-1835FCC542A8}"/>
              </a:ext>
            </a:extLst>
          </p:cNvPr>
          <p:cNvCxnSpPr>
            <a:cxnSpLocks/>
          </p:cNvCxnSpPr>
          <p:nvPr/>
        </p:nvCxnSpPr>
        <p:spPr>
          <a:xfrm>
            <a:off x="1039135" y="3424926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6DFA3098-5E80-4B62-81FC-3EF2171228D4}"/>
              </a:ext>
            </a:extLst>
          </p:cNvPr>
          <p:cNvCxnSpPr>
            <a:cxnSpLocks/>
          </p:cNvCxnSpPr>
          <p:nvPr/>
        </p:nvCxnSpPr>
        <p:spPr>
          <a:xfrm>
            <a:off x="1025305" y="2566658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7571C7D1-958C-4363-9AA9-3B7282E88D35}"/>
              </a:ext>
            </a:extLst>
          </p:cNvPr>
          <p:cNvCxnSpPr>
            <a:cxnSpLocks/>
          </p:cNvCxnSpPr>
          <p:nvPr/>
        </p:nvCxnSpPr>
        <p:spPr>
          <a:xfrm>
            <a:off x="1020695" y="1708390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3055D4AE-C6A1-4F09-9DD9-4B0E913695E9}"/>
              </a:ext>
            </a:extLst>
          </p:cNvPr>
          <p:cNvCxnSpPr>
            <a:cxnSpLocks/>
          </p:cNvCxnSpPr>
          <p:nvPr/>
        </p:nvCxnSpPr>
        <p:spPr>
          <a:xfrm>
            <a:off x="1016085" y="850122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B94112B0-F71A-4EC0-972C-BF3E46810A51}"/>
              </a:ext>
            </a:extLst>
          </p:cNvPr>
          <p:cNvSpPr txBox="1"/>
          <p:nvPr/>
        </p:nvSpPr>
        <p:spPr>
          <a:xfrm>
            <a:off x="773247" y="6655687"/>
            <a:ext cx="607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720</a:t>
            </a:r>
            <a:endParaRPr lang="zh-TW" altLang="en-US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F9C547F-706C-4A07-A6CE-A7287C0BC45A}"/>
              </a:ext>
            </a:extLst>
          </p:cNvPr>
          <p:cNvSpPr txBox="1"/>
          <p:nvPr/>
        </p:nvSpPr>
        <p:spPr>
          <a:xfrm>
            <a:off x="522823" y="3238089"/>
            <a:ext cx="607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360</a:t>
            </a:r>
            <a:endParaRPr lang="zh-TW" altLang="en-US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18970266-02B2-4702-A6FE-0478D7E5B7CB}"/>
              </a:ext>
            </a:extLst>
          </p:cNvPr>
          <p:cNvSpPr txBox="1"/>
          <p:nvPr/>
        </p:nvSpPr>
        <p:spPr>
          <a:xfrm>
            <a:off x="489102" y="4977429"/>
            <a:ext cx="78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540</a:t>
            </a:r>
            <a:endParaRPr lang="zh-TW" altLang="en-US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380977A4-DECE-435F-A2C5-FE142FEA3E65}"/>
              </a:ext>
            </a:extLst>
          </p:cNvPr>
          <p:cNvSpPr txBox="1"/>
          <p:nvPr/>
        </p:nvSpPr>
        <p:spPr>
          <a:xfrm>
            <a:off x="507564" y="5797419"/>
            <a:ext cx="91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630</a:t>
            </a:r>
            <a:endParaRPr lang="zh-TW" altLang="en-US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07E23D22-645C-4D2F-A385-BA73E4A2EE0B}"/>
              </a:ext>
            </a:extLst>
          </p:cNvPr>
          <p:cNvSpPr txBox="1"/>
          <p:nvPr/>
        </p:nvSpPr>
        <p:spPr>
          <a:xfrm>
            <a:off x="502865" y="1549518"/>
            <a:ext cx="78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180</a:t>
            </a:r>
            <a:endParaRPr lang="zh-TW" altLang="en-US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32F50D2E-7A23-42AE-BBCA-A19A2D6D17DA}"/>
              </a:ext>
            </a:extLst>
          </p:cNvPr>
          <p:cNvSpPr txBox="1"/>
          <p:nvPr/>
        </p:nvSpPr>
        <p:spPr>
          <a:xfrm>
            <a:off x="588806" y="673603"/>
            <a:ext cx="89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90</a:t>
            </a:r>
            <a:endParaRPr lang="zh-TW" altLang="en-US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6BC2D3E8-7435-472D-BBFA-CA18CAC9A036}"/>
              </a:ext>
            </a:extLst>
          </p:cNvPr>
          <p:cNvSpPr txBox="1"/>
          <p:nvPr/>
        </p:nvSpPr>
        <p:spPr>
          <a:xfrm>
            <a:off x="7998525" y="-76387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0529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0F82D29-043C-4C13-B768-237D9B2A0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30" y="32863"/>
            <a:ext cx="9059539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98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字方塊 53">
            <a:extLst>
              <a:ext uri="{FF2B5EF4-FFF2-40B4-BE49-F238E27FC236}">
                <a16:creationId xmlns:a16="http://schemas.microsoft.com/office/drawing/2014/main" id="{6BB6A3F4-DCF7-445B-B0C4-5311794C4EA1}"/>
              </a:ext>
            </a:extLst>
          </p:cNvPr>
          <p:cNvSpPr txBox="1"/>
          <p:nvPr/>
        </p:nvSpPr>
        <p:spPr>
          <a:xfrm>
            <a:off x="8455111" y="-57128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720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080D7D8-CB86-412E-BC09-D109FAB43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351" y="349250"/>
            <a:ext cx="9855200" cy="61595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E6A2CF6-811D-4683-A272-7E29607A07DB}"/>
              </a:ext>
            </a:extLst>
          </p:cNvPr>
          <p:cNvSpPr/>
          <p:nvPr/>
        </p:nvSpPr>
        <p:spPr>
          <a:xfrm>
            <a:off x="1365351" y="349250"/>
            <a:ext cx="9855200" cy="6159500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B9A1791-47AB-451F-A21C-1ABC73D9E869}"/>
              </a:ext>
            </a:extLst>
          </p:cNvPr>
          <p:cNvSpPr txBox="1"/>
          <p:nvPr/>
        </p:nvSpPr>
        <p:spPr>
          <a:xfrm>
            <a:off x="52620" y="2051545"/>
            <a:ext cx="128901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For 43</a:t>
            </a:r>
            <a:r>
              <a:rPr lang="zh-CN" altLang="en-US" dirty="0"/>
              <a:t>， </a:t>
            </a:r>
            <a:r>
              <a:rPr lang="en-US" altLang="zh-CN" dirty="0"/>
              <a:t>67</a:t>
            </a:r>
            <a:endParaRPr lang="zh-TW" altLang="en-US" dirty="0"/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F1A7D6-2EA5-4B1C-987E-858FD553CBD9}"/>
              </a:ext>
            </a:extLst>
          </p:cNvPr>
          <p:cNvSpPr/>
          <p:nvPr/>
        </p:nvSpPr>
        <p:spPr>
          <a:xfrm>
            <a:off x="3119718" y="1353671"/>
            <a:ext cx="5620870" cy="4401670"/>
          </a:xfrm>
          <a:custGeom>
            <a:avLst/>
            <a:gdLst>
              <a:gd name="connsiteX0" fmla="*/ 2079811 w 5620870"/>
              <a:gd name="connsiteY0" fmla="*/ 0 h 4401670"/>
              <a:gd name="connsiteX1" fmla="*/ 0 w 5620870"/>
              <a:gd name="connsiteY1" fmla="*/ 3666564 h 4401670"/>
              <a:gd name="connsiteX2" fmla="*/ 1443317 w 5620870"/>
              <a:gd name="connsiteY2" fmla="*/ 4356847 h 4401670"/>
              <a:gd name="connsiteX3" fmla="*/ 2886635 w 5620870"/>
              <a:gd name="connsiteY3" fmla="*/ 4401670 h 4401670"/>
              <a:gd name="connsiteX4" fmla="*/ 4401670 w 5620870"/>
              <a:gd name="connsiteY4" fmla="*/ 4356847 h 4401670"/>
              <a:gd name="connsiteX5" fmla="*/ 5620870 w 5620870"/>
              <a:gd name="connsiteY5" fmla="*/ 3630705 h 4401670"/>
              <a:gd name="connsiteX6" fmla="*/ 3603811 w 5620870"/>
              <a:gd name="connsiteY6" fmla="*/ 0 h 4401670"/>
              <a:gd name="connsiteX7" fmla="*/ 2079811 w 5620870"/>
              <a:gd name="connsiteY7" fmla="*/ 0 h 4401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20870" h="4401670">
                <a:moveTo>
                  <a:pt x="2079811" y="0"/>
                </a:moveTo>
                <a:lnTo>
                  <a:pt x="0" y="3666564"/>
                </a:lnTo>
                <a:lnTo>
                  <a:pt x="1443317" y="4356847"/>
                </a:lnTo>
                <a:lnTo>
                  <a:pt x="2886635" y="4401670"/>
                </a:lnTo>
                <a:lnTo>
                  <a:pt x="4401670" y="4356847"/>
                </a:lnTo>
                <a:lnTo>
                  <a:pt x="5620870" y="3630705"/>
                </a:lnTo>
                <a:lnTo>
                  <a:pt x="3603811" y="0"/>
                </a:lnTo>
                <a:lnTo>
                  <a:pt x="207981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082DBCDA-11D8-487C-B001-70A0FC399894}"/>
              </a:ext>
            </a:extLst>
          </p:cNvPr>
          <p:cNvCxnSpPr>
            <a:cxnSpLocks/>
          </p:cNvCxnSpPr>
          <p:nvPr/>
        </p:nvCxnSpPr>
        <p:spPr>
          <a:xfrm>
            <a:off x="2597251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BFF086A2-6191-4D08-AE47-9E08D3D25C0A}"/>
              </a:ext>
            </a:extLst>
          </p:cNvPr>
          <p:cNvCxnSpPr>
            <a:cxnSpLocks/>
          </p:cNvCxnSpPr>
          <p:nvPr/>
        </p:nvCxnSpPr>
        <p:spPr>
          <a:xfrm>
            <a:off x="1365351" y="205185"/>
            <a:ext cx="0" cy="1959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6F0B8E3-6A54-4A45-8531-207FF956F15C}"/>
              </a:ext>
            </a:extLst>
          </p:cNvPr>
          <p:cNvCxnSpPr>
            <a:cxnSpLocks/>
          </p:cNvCxnSpPr>
          <p:nvPr/>
        </p:nvCxnSpPr>
        <p:spPr>
          <a:xfrm>
            <a:off x="11220551" y="205185"/>
            <a:ext cx="0" cy="1959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3D0FE166-5438-4744-B846-57644CAC2AC9}"/>
              </a:ext>
            </a:extLst>
          </p:cNvPr>
          <p:cNvCxnSpPr>
            <a:cxnSpLocks/>
          </p:cNvCxnSpPr>
          <p:nvPr/>
        </p:nvCxnSpPr>
        <p:spPr>
          <a:xfrm>
            <a:off x="3829151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1BF30A7E-1BC1-4BCD-8D4C-50E61BE2CCCE}"/>
              </a:ext>
            </a:extLst>
          </p:cNvPr>
          <p:cNvCxnSpPr>
            <a:cxnSpLocks/>
          </p:cNvCxnSpPr>
          <p:nvPr/>
        </p:nvCxnSpPr>
        <p:spPr>
          <a:xfrm>
            <a:off x="5061051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2645994D-2A4C-4F7B-A689-AB02C3BC4FCF}"/>
              </a:ext>
            </a:extLst>
          </p:cNvPr>
          <p:cNvCxnSpPr>
            <a:cxnSpLocks/>
          </p:cNvCxnSpPr>
          <p:nvPr/>
        </p:nvCxnSpPr>
        <p:spPr>
          <a:xfrm>
            <a:off x="6292951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610DC600-2D86-4BB2-B601-BC416EB09546}"/>
              </a:ext>
            </a:extLst>
          </p:cNvPr>
          <p:cNvCxnSpPr>
            <a:cxnSpLocks/>
          </p:cNvCxnSpPr>
          <p:nvPr/>
        </p:nvCxnSpPr>
        <p:spPr>
          <a:xfrm>
            <a:off x="7524851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EBB7BAE-9B7E-4CF5-9088-9A114617E61A}"/>
              </a:ext>
            </a:extLst>
          </p:cNvPr>
          <p:cNvCxnSpPr>
            <a:cxnSpLocks/>
          </p:cNvCxnSpPr>
          <p:nvPr/>
        </p:nvCxnSpPr>
        <p:spPr>
          <a:xfrm>
            <a:off x="8756751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500A4235-3CB7-49E6-AF5F-005CDADDB076}"/>
              </a:ext>
            </a:extLst>
          </p:cNvPr>
          <p:cNvCxnSpPr>
            <a:cxnSpLocks/>
          </p:cNvCxnSpPr>
          <p:nvPr/>
        </p:nvCxnSpPr>
        <p:spPr>
          <a:xfrm>
            <a:off x="9988651" y="249330"/>
            <a:ext cx="0" cy="6352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498621-A11E-4FDF-9B3C-151512BCC3DF}"/>
              </a:ext>
            </a:extLst>
          </p:cNvPr>
          <p:cNvSpPr txBox="1"/>
          <p:nvPr/>
        </p:nvSpPr>
        <p:spPr>
          <a:xfrm>
            <a:off x="1210131" y="43864"/>
            <a:ext cx="201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TW" altLang="en-US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D95C4EF-1D65-4D6E-9F1E-FBDB0CF79600}"/>
              </a:ext>
            </a:extLst>
          </p:cNvPr>
          <p:cNvSpPr txBox="1"/>
          <p:nvPr/>
        </p:nvSpPr>
        <p:spPr>
          <a:xfrm>
            <a:off x="10918911" y="25977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960</a:t>
            </a:r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0397A31-F73F-4612-B693-E6896C7A98F0}"/>
              </a:ext>
            </a:extLst>
          </p:cNvPr>
          <p:cNvSpPr txBox="1"/>
          <p:nvPr/>
        </p:nvSpPr>
        <p:spPr>
          <a:xfrm>
            <a:off x="6017123" y="-8146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480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92F71F24-5A3A-4102-A617-1E37ACEE6623}"/>
              </a:ext>
            </a:extLst>
          </p:cNvPr>
          <p:cNvSpPr txBox="1"/>
          <p:nvPr/>
        </p:nvSpPr>
        <p:spPr>
          <a:xfrm>
            <a:off x="3573788" y="-3343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240</a:t>
            </a:r>
            <a:endParaRPr lang="zh-TW" altLang="en-US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FA13EB9F-9C29-4A53-9195-C0D12A6ED74A}"/>
              </a:ext>
            </a:extLst>
          </p:cNvPr>
          <p:cNvSpPr txBox="1"/>
          <p:nvPr/>
        </p:nvSpPr>
        <p:spPr>
          <a:xfrm>
            <a:off x="4819691" y="-8146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360</a:t>
            </a:r>
            <a:endParaRPr lang="zh-TW" altLang="en-US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46CDEF1-DE45-412D-8A2C-D09F38A85E2C}"/>
              </a:ext>
            </a:extLst>
          </p:cNvPr>
          <p:cNvSpPr txBox="1"/>
          <p:nvPr/>
        </p:nvSpPr>
        <p:spPr>
          <a:xfrm>
            <a:off x="2333487" y="-20082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120</a:t>
            </a:r>
            <a:endParaRPr lang="zh-TW" altLang="en-US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4AA5838-9088-4405-8293-EB6FFA059985}"/>
              </a:ext>
            </a:extLst>
          </p:cNvPr>
          <p:cNvSpPr txBox="1"/>
          <p:nvPr/>
        </p:nvSpPr>
        <p:spPr>
          <a:xfrm>
            <a:off x="7279123" y="-703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600</a:t>
            </a:r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33DD381-1A46-4F15-9154-80FCAA694853}"/>
              </a:ext>
            </a:extLst>
          </p:cNvPr>
          <p:cNvSpPr txBox="1"/>
          <p:nvPr/>
        </p:nvSpPr>
        <p:spPr>
          <a:xfrm>
            <a:off x="9705149" y="-20082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840</a:t>
            </a:r>
            <a:endParaRPr lang="zh-TW" altLang="en-US" dirty="0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BC901377-4708-4BDA-BB58-C452BF4CE7F8}"/>
              </a:ext>
            </a:extLst>
          </p:cNvPr>
          <p:cNvCxnSpPr>
            <a:cxnSpLocks/>
          </p:cNvCxnSpPr>
          <p:nvPr/>
        </p:nvCxnSpPr>
        <p:spPr>
          <a:xfrm>
            <a:off x="1018952" y="340014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67143B3E-2CF8-4C6F-B501-C264F6EF2BB9}"/>
              </a:ext>
            </a:extLst>
          </p:cNvPr>
          <p:cNvCxnSpPr>
            <a:cxnSpLocks/>
          </p:cNvCxnSpPr>
          <p:nvPr/>
        </p:nvCxnSpPr>
        <p:spPr>
          <a:xfrm>
            <a:off x="1018952" y="6508750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350B7649-30D4-4F9C-9E30-D6EB272A88DD}"/>
              </a:ext>
            </a:extLst>
          </p:cNvPr>
          <p:cNvCxnSpPr>
            <a:cxnSpLocks/>
          </p:cNvCxnSpPr>
          <p:nvPr/>
        </p:nvCxnSpPr>
        <p:spPr>
          <a:xfrm>
            <a:off x="1018952" y="5737658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89B925C9-EB33-49D6-8DAC-61F344B31B5F}"/>
              </a:ext>
            </a:extLst>
          </p:cNvPr>
          <p:cNvCxnSpPr>
            <a:cxnSpLocks/>
          </p:cNvCxnSpPr>
          <p:nvPr/>
        </p:nvCxnSpPr>
        <p:spPr>
          <a:xfrm>
            <a:off x="1018952" y="4966566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9E7FA78D-FC01-4908-AC6D-A87FE2EA8BF9}"/>
              </a:ext>
            </a:extLst>
          </p:cNvPr>
          <p:cNvCxnSpPr>
            <a:cxnSpLocks/>
          </p:cNvCxnSpPr>
          <p:nvPr/>
        </p:nvCxnSpPr>
        <p:spPr>
          <a:xfrm>
            <a:off x="1018952" y="4195474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C3CC78C-E7F6-42E1-B735-1E2FA72997FD}"/>
              </a:ext>
            </a:extLst>
          </p:cNvPr>
          <p:cNvCxnSpPr>
            <a:cxnSpLocks/>
          </p:cNvCxnSpPr>
          <p:nvPr/>
        </p:nvCxnSpPr>
        <p:spPr>
          <a:xfrm>
            <a:off x="1018952" y="3424382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E9592521-6FD4-407D-BBE2-03990B432421}"/>
              </a:ext>
            </a:extLst>
          </p:cNvPr>
          <p:cNvCxnSpPr>
            <a:cxnSpLocks/>
          </p:cNvCxnSpPr>
          <p:nvPr/>
        </p:nvCxnSpPr>
        <p:spPr>
          <a:xfrm>
            <a:off x="1018952" y="2653290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ABE74724-F2F5-4648-8A15-8F5C6173DF75}"/>
              </a:ext>
            </a:extLst>
          </p:cNvPr>
          <p:cNvCxnSpPr>
            <a:cxnSpLocks/>
          </p:cNvCxnSpPr>
          <p:nvPr/>
        </p:nvCxnSpPr>
        <p:spPr>
          <a:xfrm>
            <a:off x="1018952" y="1882198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18D8B109-CFA6-4A7F-B213-4AD0AA20C4B4}"/>
              </a:ext>
            </a:extLst>
          </p:cNvPr>
          <p:cNvCxnSpPr>
            <a:cxnSpLocks/>
          </p:cNvCxnSpPr>
          <p:nvPr/>
        </p:nvCxnSpPr>
        <p:spPr>
          <a:xfrm>
            <a:off x="1018952" y="1111106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2DACC3EF-384E-4E4E-8452-5FAE3899FB0A}"/>
              </a:ext>
            </a:extLst>
          </p:cNvPr>
          <p:cNvSpPr txBox="1"/>
          <p:nvPr/>
        </p:nvSpPr>
        <p:spPr>
          <a:xfrm>
            <a:off x="752950" y="158766"/>
            <a:ext cx="201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TW" altLang="en-US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3A8DC3A0-09A4-4E4B-B903-CCDFB57357C6}"/>
              </a:ext>
            </a:extLst>
          </p:cNvPr>
          <p:cNvSpPr txBox="1"/>
          <p:nvPr/>
        </p:nvSpPr>
        <p:spPr>
          <a:xfrm>
            <a:off x="436674" y="6325712"/>
            <a:ext cx="607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720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6235F4F7-F669-400D-A988-9D98010C75E7}"/>
              </a:ext>
            </a:extLst>
          </p:cNvPr>
          <p:cNvSpPr txBox="1"/>
          <p:nvPr/>
        </p:nvSpPr>
        <p:spPr>
          <a:xfrm>
            <a:off x="522823" y="3238089"/>
            <a:ext cx="607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360</a:t>
            </a:r>
            <a:endParaRPr lang="zh-TW" altLang="en-US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74472EDB-DA0B-4DDD-9A46-092CB3189455}"/>
              </a:ext>
            </a:extLst>
          </p:cNvPr>
          <p:cNvSpPr txBox="1"/>
          <p:nvPr/>
        </p:nvSpPr>
        <p:spPr>
          <a:xfrm>
            <a:off x="344122" y="4754486"/>
            <a:ext cx="78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540</a:t>
            </a:r>
            <a:endParaRPr lang="zh-TW" altLang="en-US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8268A11-47D3-48B7-9A05-0943D057E73D}"/>
              </a:ext>
            </a:extLst>
          </p:cNvPr>
          <p:cNvSpPr txBox="1"/>
          <p:nvPr/>
        </p:nvSpPr>
        <p:spPr>
          <a:xfrm>
            <a:off x="236074" y="5552992"/>
            <a:ext cx="91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630</a:t>
            </a:r>
            <a:endParaRPr lang="zh-TW" altLang="en-US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A830E648-ECB5-46B7-9643-5855A3E5A779}"/>
              </a:ext>
            </a:extLst>
          </p:cNvPr>
          <p:cNvSpPr txBox="1"/>
          <p:nvPr/>
        </p:nvSpPr>
        <p:spPr>
          <a:xfrm>
            <a:off x="377145" y="1695905"/>
            <a:ext cx="78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180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E394A0B3-B8BA-465D-BAB2-25304F1E81E7}"/>
              </a:ext>
            </a:extLst>
          </p:cNvPr>
          <p:cNvSpPr txBox="1"/>
          <p:nvPr/>
        </p:nvSpPr>
        <p:spPr>
          <a:xfrm>
            <a:off x="236074" y="908723"/>
            <a:ext cx="89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90</a:t>
            </a:r>
            <a:endParaRPr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EA8BC65-8AF8-4FBB-884B-C441966952FB}"/>
              </a:ext>
            </a:extLst>
          </p:cNvPr>
          <p:cNvSpPr txBox="1"/>
          <p:nvPr/>
        </p:nvSpPr>
        <p:spPr>
          <a:xfrm>
            <a:off x="4538602" y="1178007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370, 118</a:t>
            </a:r>
            <a:endParaRPr lang="zh-TW" altLang="en-US" sz="12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F201399-78C7-4198-8C1A-FCA00BBC5FC8}"/>
              </a:ext>
            </a:extLst>
          </p:cNvPr>
          <p:cNvSpPr txBox="1"/>
          <p:nvPr/>
        </p:nvSpPr>
        <p:spPr>
          <a:xfrm>
            <a:off x="6782862" y="1196480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525, 118</a:t>
            </a:r>
            <a:endParaRPr lang="zh-TW" altLang="en-US" sz="12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4E5A636-F6C8-4066-A6BA-6E882FE268AE}"/>
              </a:ext>
            </a:extLst>
          </p:cNvPr>
          <p:cNvSpPr txBox="1"/>
          <p:nvPr/>
        </p:nvSpPr>
        <p:spPr>
          <a:xfrm>
            <a:off x="2250631" y="4866240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180, 540</a:t>
            </a:r>
            <a:endParaRPr lang="zh-TW" altLang="en-US" sz="12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043E4741-6E30-4FD3-98B5-84CFFA294C58}"/>
              </a:ext>
            </a:extLst>
          </p:cNvPr>
          <p:cNvSpPr txBox="1"/>
          <p:nvPr/>
        </p:nvSpPr>
        <p:spPr>
          <a:xfrm>
            <a:off x="8771372" y="4945455"/>
            <a:ext cx="1654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720, 540</a:t>
            </a:r>
            <a:endParaRPr lang="zh-TW" altLang="en-US" sz="12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8DC1D44-05E8-42D4-9CF5-340C3E11EA30}"/>
              </a:ext>
            </a:extLst>
          </p:cNvPr>
          <p:cNvSpPr txBox="1"/>
          <p:nvPr/>
        </p:nvSpPr>
        <p:spPr>
          <a:xfrm>
            <a:off x="5614078" y="5833148"/>
            <a:ext cx="1667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460, 630</a:t>
            </a:r>
            <a:endParaRPr lang="zh-TW" altLang="en-US" sz="12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2B9AAD9-F55D-4D61-93C6-CBEAF4D785F3}"/>
              </a:ext>
            </a:extLst>
          </p:cNvPr>
          <p:cNvSpPr txBox="1"/>
          <p:nvPr/>
        </p:nvSpPr>
        <p:spPr>
          <a:xfrm>
            <a:off x="4091539" y="5776872"/>
            <a:ext cx="1667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320, 630</a:t>
            </a:r>
            <a:endParaRPr lang="zh-TW" altLang="en-US" sz="12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B6E4FA6-7E90-4583-B563-6BA44418D026}"/>
              </a:ext>
            </a:extLst>
          </p:cNvPr>
          <p:cNvSpPr txBox="1"/>
          <p:nvPr/>
        </p:nvSpPr>
        <p:spPr>
          <a:xfrm>
            <a:off x="7578707" y="5714523"/>
            <a:ext cx="1667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600, 630</a:t>
            </a:r>
            <a:endParaRPr lang="zh-TW" altLang="en-US" sz="1200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9CE815F-E53E-4D65-9DE6-DA86194B3B17}"/>
              </a:ext>
            </a:extLst>
          </p:cNvPr>
          <p:cNvSpPr>
            <a:spLocks noChangeAspect="1"/>
          </p:cNvSpPr>
          <p:nvPr/>
        </p:nvSpPr>
        <p:spPr>
          <a:xfrm>
            <a:off x="5174807" y="1316288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34E1124-D37B-4376-BFF2-E17B6A6AE62A}"/>
              </a:ext>
            </a:extLst>
          </p:cNvPr>
          <p:cNvSpPr>
            <a:spLocks noChangeAspect="1"/>
          </p:cNvSpPr>
          <p:nvPr/>
        </p:nvSpPr>
        <p:spPr>
          <a:xfrm>
            <a:off x="6680606" y="1298094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8D9D3A5-DDED-4293-95DF-F7100882EDBA}"/>
              </a:ext>
            </a:extLst>
          </p:cNvPr>
          <p:cNvSpPr>
            <a:spLocks noChangeAspect="1"/>
          </p:cNvSpPr>
          <p:nvPr/>
        </p:nvSpPr>
        <p:spPr>
          <a:xfrm>
            <a:off x="3071361" y="4949321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A8C3C1D-E92C-4B2E-A107-F874AEC828B9}"/>
              </a:ext>
            </a:extLst>
          </p:cNvPr>
          <p:cNvSpPr>
            <a:spLocks noChangeAspect="1"/>
          </p:cNvSpPr>
          <p:nvPr/>
        </p:nvSpPr>
        <p:spPr>
          <a:xfrm>
            <a:off x="8685169" y="4934981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0BA3754-0F04-4C76-97DC-D05FEDD97403}"/>
              </a:ext>
            </a:extLst>
          </p:cNvPr>
          <p:cNvSpPr>
            <a:spLocks noChangeAspect="1"/>
          </p:cNvSpPr>
          <p:nvPr/>
        </p:nvSpPr>
        <p:spPr>
          <a:xfrm>
            <a:off x="5930153" y="5722310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7B6A7BF9-C7AA-4D3A-84C9-0C5EE74CB3A7}"/>
              </a:ext>
            </a:extLst>
          </p:cNvPr>
          <p:cNvSpPr>
            <a:spLocks noChangeAspect="1"/>
          </p:cNvSpPr>
          <p:nvPr/>
        </p:nvSpPr>
        <p:spPr>
          <a:xfrm>
            <a:off x="4497295" y="5658844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93989DF-D98D-48AE-B0A0-BED5DC81F2F9}"/>
              </a:ext>
            </a:extLst>
          </p:cNvPr>
          <p:cNvSpPr>
            <a:spLocks noChangeAspect="1"/>
          </p:cNvSpPr>
          <p:nvPr/>
        </p:nvSpPr>
        <p:spPr>
          <a:xfrm>
            <a:off x="7467869" y="5658844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橢圓 72">
            <a:extLst>
              <a:ext uri="{FF2B5EF4-FFF2-40B4-BE49-F238E27FC236}">
                <a16:creationId xmlns:a16="http://schemas.microsoft.com/office/drawing/2014/main" id="{08F3AFFE-AB93-4E71-B3A0-C7AB67B665DC}"/>
              </a:ext>
            </a:extLst>
          </p:cNvPr>
          <p:cNvSpPr>
            <a:spLocks noChangeAspect="1"/>
          </p:cNvSpPr>
          <p:nvPr/>
        </p:nvSpPr>
        <p:spPr>
          <a:xfrm>
            <a:off x="4935593" y="1679092"/>
            <a:ext cx="110838" cy="1108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58D8A185-DDE8-4D3A-83BE-687A09097971}"/>
              </a:ext>
            </a:extLst>
          </p:cNvPr>
          <p:cNvSpPr>
            <a:spLocks noChangeAspect="1"/>
          </p:cNvSpPr>
          <p:nvPr/>
        </p:nvSpPr>
        <p:spPr>
          <a:xfrm>
            <a:off x="3775296" y="3734248"/>
            <a:ext cx="110838" cy="1108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98AD8F38-5EF7-44B9-8BAE-5E58E7D9036D}"/>
              </a:ext>
            </a:extLst>
          </p:cNvPr>
          <p:cNvSpPr>
            <a:spLocks noChangeAspect="1"/>
          </p:cNvSpPr>
          <p:nvPr/>
        </p:nvSpPr>
        <p:spPr>
          <a:xfrm>
            <a:off x="8048243" y="3823843"/>
            <a:ext cx="110838" cy="1108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2FA8561B-A5F4-475D-A27B-3E9BC3A0AE14}"/>
              </a:ext>
            </a:extLst>
          </p:cNvPr>
          <p:cNvSpPr>
            <a:spLocks noChangeAspect="1"/>
          </p:cNvSpPr>
          <p:nvPr/>
        </p:nvSpPr>
        <p:spPr>
          <a:xfrm>
            <a:off x="6914096" y="1723141"/>
            <a:ext cx="110838" cy="11083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86B1B293-5A73-4241-84FB-B6F9E6459D64}"/>
              </a:ext>
            </a:extLst>
          </p:cNvPr>
          <p:cNvSpPr txBox="1"/>
          <p:nvPr/>
        </p:nvSpPr>
        <p:spPr>
          <a:xfrm>
            <a:off x="4195478" y="1603315"/>
            <a:ext cx="758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350, 170</a:t>
            </a:r>
            <a:endParaRPr lang="zh-TW" altLang="en-US" sz="1200" dirty="0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99FCBF6E-BC19-4FA2-A7FC-982291668CEA}"/>
              </a:ext>
            </a:extLst>
          </p:cNvPr>
          <p:cNvSpPr txBox="1"/>
          <p:nvPr/>
        </p:nvSpPr>
        <p:spPr>
          <a:xfrm>
            <a:off x="3104685" y="3657682"/>
            <a:ext cx="724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240, 405</a:t>
            </a:r>
            <a:endParaRPr lang="zh-TW" altLang="en-US" sz="1200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5CB3987D-06B8-4E72-BE0C-26D8AA0D707D}"/>
              </a:ext>
            </a:extLst>
          </p:cNvPr>
          <p:cNvSpPr txBox="1"/>
          <p:nvPr/>
        </p:nvSpPr>
        <p:spPr>
          <a:xfrm>
            <a:off x="7081506" y="1665592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545, </a:t>
            </a:r>
            <a:r>
              <a:rPr lang="en-US" altLang="zh-CN" sz="1200" dirty="0"/>
              <a:t>170</a:t>
            </a:r>
            <a:endParaRPr lang="zh-TW" altLang="en-US" sz="1200" dirty="0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683BC823-8048-4FD0-93C7-4F3958AD6264}"/>
              </a:ext>
            </a:extLst>
          </p:cNvPr>
          <p:cNvSpPr txBox="1"/>
          <p:nvPr/>
        </p:nvSpPr>
        <p:spPr>
          <a:xfrm>
            <a:off x="8221939" y="3738623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655, 405</a:t>
            </a:r>
            <a:endParaRPr lang="zh-TW" altLang="en-US" sz="1200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BB77EA7B-4527-4A59-A76D-7FF547165C04}"/>
              </a:ext>
            </a:extLst>
          </p:cNvPr>
          <p:cNvSpPr txBox="1"/>
          <p:nvPr/>
        </p:nvSpPr>
        <p:spPr>
          <a:xfrm>
            <a:off x="449415" y="3978785"/>
            <a:ext cx="607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450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351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E791BB7-EF55-49E7-8FC8-C161DF98D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80" y="0"/>
            <a:ext cx="11009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84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FA4125-D38A-41C5-8DB3-7771F6DC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771C62E-4003-4CDA-8C4E-5C9D0A293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07" y="2287868"/>
            <a:ext cx="6962140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A95380B-0F0F-4DF9-AD5E-E05AA6272943}"/>
              </a:ext>
            </a:extLst>
          </p:cNvPr>
          <p:cNvSpPr/>
          <p:nvPr/>
        </p:nvSpPr>
        <p:spPr>
          <a:xfrm>
            <a:off x="2674144" y="3429000"/>
            <a:ext cx="297656" cy="126206"/>
          </a:xfrm>
          <a:prstGeom prst="rect">
            <a:avLst/>
          </a:prstGeom>
          <a:solidFill>
            <a:srgbClr val="FAF9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D18EAB1-B73A-419E-A648-E73792454C86}"/>
              </a:ext>
            </a:extLst>
          </p:cNvPr>
          <p:cNvSpPr/>
          <p:nvPr/>
        </p:nvSpPr>
        <p:spPr>
          <a:xfrm>
            <a:off x="6262688" y="5167313"/>
            <a:ext cx="285750" cy="271462"/>
          </a:xfrm>
          <a:prstGeom prst="ellipse">
            <a:avLst/>
          </a:prstGeom>
          <a:solidFill>
            <a:srgbClr val="FFFF6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717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B6989-A618-497E-B890-0949D1B17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4B4BF3-19AF-4ABE-987A-CAD55C0F7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589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080D7D8-CB86-412E-BC09-D109FAB43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351" y="349250"/>
            <a:ext cx="9855200" cy="61595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E6A2CF6-811D-4683-A272-7E29607A07DB}"/>
              </a:ext>
            </a:extLst>
          </p:cNvPr>
          <p:cNvSpPr/>
          <p:nvPr/>
        </p:nvSpPr>
        <p:spPr>
          <a:xfrm>
            <a:off x="1365351" y="349250"/>
            <a:ext cx="9855200" cy="6159500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B9A1791-47AB-451F-A21C-1ABC73D9E869}"/>
              </a:ext>
            </a:extLst>
          </p:cNvPr>
          <p:cNvSpPr txBox="1"/>
          <p:nvPr/>
        </p:nvSpPr>
        <p:spPr>
          <a:xfrm>
            <a:off x="52620" y="2051545"/>
            <a:ext cx="128901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For 43</a:t>
            </a:r>
            <a:r>
              <a:rPr lang="zh-CN" altLang="en-US" dirty="0"/>
              <a:t>， </a:t>
            </a:r>
            <a:r>
              <a:rPr lang="en-US" altLang="zh-CN" dirty="0"/>
              <a:t>67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CBAAB92-95F4-415C-8132-CDD3F32CBAC3}"/>
              </a:ext>
            </a:extLst>
          </p:cNvPr>
          <p:cNvSpPr txBox="1"/>
          <p:nvPr/>
        </p:nvSpPr>
        <p:spPr>
          <a:xfrm>
            <a:off x="26131" y="2420877"/>
            <a:ext cx="1517004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1552 x 970</a:t>
            </a:r>
            <a:endParaRPr lang="zh-TW" altLang="en-US" dirty="0"/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F1A7D6-2EA5-4B1C-987E-858FD553CBD9}"/>
              </a:ext>
            </a:extLst>
          </p:cNvPr>
          <p:cNvSpPr/>
          <p:nvPr/>
        </p:nvSpPr>
        <p:spPr>
          <a:xfrm>
            <a:off x="3119718" y="1353671"/>
            <a:ext cx="5620870" cy="4401670"/>
          </a:xfrm>
          <a:custGeom>
            <a:avLst/>
            <a:gdLst>
              <a:gd name="connsiteX0" fmla="*/ 2079811 w 5620870"/>
              <a:gd name="connsiteY0" fmla="*/ 0 h 4401670"/>
              <a:gd name="connsiteX1" fmla="*/ 0 w 5620870"/>
              <a:gd name="connsiteY1" fmla="*/ 3666564 h 4401670"/>
              <a:gd name="connsiteX2" fmla="*/ 1443317 w 5620870"/>
              <a:gd name="connsiteY2" fmla="*/ 4356847 h 4401670"/>
              <a:gd name="connsiteX3" fmla="*/ 2886635 w 5620870"/>
              <a:gd name="connsiteY3" fmla="*/ 4401670 h 4401670"/>
              <a:gd name="connsiteX4" fmla="*/ 4401670 w 5620870"/>
              <a:gd name="connsiteY4" fmla="*/ 4356847 h 4401670"/>
              <a:gd name="connsiteX5" fmla="*/ 5620870 w 5620870"/>
              <a:gd name="connsiteY5" fmla="*/ 3630705 h 4401670"/>
              <a:gd name="connsiteX6" fmla="*/ 3603811 w 5620870"/>
              <a:gd name="connsiteY6" fmla="*/ 0 h 4401670"/>
              <a:gd name="connsiteX7" fmla="*/ 2079811 w 5620870"/>
              <a:gd name="connsiteY7" fmla="*/ 0 h 4401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20870" h="4401670">
                <a:moveTo>
                  <a:pt x="2079811" y="0"/>
                </a:moveTo>
                <a:lnTo>
                  <a:pt x="0" y="3666564"/>
                </a:lnTo>
                <a:lnTo>
                  <a:pt x="1443317" y="4356847"/>
                </a:lnTo>
                <a:lnTo>
                  <a:pt x="2886635" y="4401670"/>
                </a:lnTo>
                <a:lnTo>
                  <a:pt x="4401670" y="4356847"/>
                </a:lnTo>
                <a:lnTo>
                  <a:pt x="5620870" y="3630705"/>
                </a:lnTo>
                <a:lnTo>
                  <a:pt x="3603811" y="0"/>
                </a:lnTo>
                <a:lnTo>
                  <a:pt x="207981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082DBCDA-11D8-487C-B001-70A0FC399894}"/>
              </a:ext>
            </a:extLst>
          </p:cNvPr>
          <p:cNvCxnSpPr>
            <a:cxnSpLocks/>
          </p:cNvCxnSpPr>
          <p:nvPr/>
        </p:nvCxnSpPr>
        <p:spPr>
          <a:xfrm>
            <a:off x="2597251" y="185489"/>
            <a:ext cx="0" cy="64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BFF086A2-6191-4D08-AE47-9E08D3D25C0A}"/>
              </a:ext>
            </a:extLst>
          </p:cNvPr>
          <p:cNvCxnSpPr>
            <a:cxnSpLocks/>
          </p:cNvCxnSpPr>
          <p:nvPr/>
        </p:nvCxnSpPr>
        <p:spPr>
          <a:xfrm>
            <a:off x="1365351" y="185490"/>
            <a:ext cx="0" cy="1999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D6F0B8E3-6A54-4A45-8531-207FF956F15C}"/>
              </a:ext>
            </a:extLst>
          </p:cNvPr>
          <p:cNvCxnSpPr>
            <a:cxnSpLocks/>
          </p:cNvCxnSpPr>
          <p:nvPr/>
        </p:nvCxnSpPr>
        <p:spPr>
          <a:xfrm>
            <a:off x="11220551" y="185490"/>
            <a:ext cx="0" cy="1999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3D0FE166-5438-4744-B846-57644CAC2AC9}"/>
              </a:ext>
            </a:extLst>
          </p:cNvPr>
          <p:cNvCxnSpPr>
            <a:cxnSpLocks/>
          </p:cNvCxnSpPr>
          <p:nvPr/>
        </p:nvCxnSpPr>
        <p:spPr>
          <a:xfrm>
            <a:off x="3829151" y="185489"/>
            <a:ext cx="0" cy="64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1BF30A7E-1BC1-4BCD-8D4C-50E61BE2CCCE}"/>
              </a:ext>
            </a:extLst>
          </p:cNvPr>
          <p:cNvCxnSpPr>
            <a:cxnSpLocks/>
          </p:cNvCxnSpPr>
          <p:nvPr/>
        </p:nvCxnSpPr>
        <p:spPr>
          <a:xfrm>
            <a:off x="5061051" y="185489"/>
            <a:ext cx="0" cy="64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2645994D-2A4C-4F7B-A689-AB02C3BC4FCF}"/>
              </a:ext>
            </a:extLst>
          </p:cNvPr>
          <p:cNvCxnSpPr>
            <a:cxnSpLocks/>
          </p:cNvCxnSpPr>
          <p:nvPr/>
        </p:nvCxnSpPr>
        <p:spPr>
          <a:xfrm>
            <a:off x="6292951" y="185489"/>
            <a:ext cx="0" cy="64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610DC600-2D86-4BB2-B601-BC416EB09546}"/>
              </a:ext>
            </a:extLst>
          </p:cNvPr>
          <p:cNvCxnSpPr>
            <a:cxnSpLocks/>
          </p:cNvCxnSpPr>
          <p:nvPr/>
        </p:nvCxnSpPr>
        <p:spPr>
          <a:xfrm>
            <a:off x="7524851" y="185489"/>
            <a:ext cx="0" cy="64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4EBB7BAE-9B7E-4CF5-9088-9A114617E61A}"/>
              </a:ext>
            </a:extLst>
          </p:cNvPr>
          <p:cNvCxnSpPr>
            <a:cxnSpLocks/>
          </p:cNvCxnSpPr>
          <p:nvPr/>
        </p:nvCxnSpPr>
        <p:spPr>
          <a:xfrm>
            <a:off x="8756751" y="185489"/>
            <a:ext cx="0" cy="64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500A4235-3CB7-49E6-AF5F-005CDADDB076}"/>
              </a:ext>
            </a:extLst>
          </p:cNvPr>
          <p:cNvCxnSpPr>
            <a:cxnSpLocks/>
          </p:cNvCxnSpPr>
          <p:nvPr/>
        </p:nvCxnSpPr>
        <p:spPr>
          <a:xfrm>
            <a:off x="9988651" y="185489"/>
            <a:ext cx="0" cy="64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F498621-A11E-4FDF-9B3C-151512BCC3DF}"/>
              </a:ext>
            </a:extLst>
          </p:cNvPr>
          <p:cNvSpPr txBox="1"/>
          <p:nvPr/>
        </p:nvSpPr>
        <p:spPr>
          <a:xfrm>
            <a:off x="1210131" y="43864"/>
            <a:ext cx="201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TW" altLang="en-US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D95C4EF-1D65-4D6E-9F1E-FBDB0CF79600}"/>
              </a:ext>
            </a:extLst>
          </p:cNvPr>
          <p:cNvSpPr txBox="1"/>
          <p:nvPr/>
        </p:nvSpPr>
        <p:spPr>
          <a:xfrm>
            <a:off x="10918911" y="25977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1552</a:t>
            </a:r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0397A31-F73F-4612-B693-E6896C7A98F0}"/>
              </a:ext>
            </a:extLst>
          </p:cNvPr>
          <p:cNvSpPr txBox="1"/>
          <p:nvPr/>
        </p:nvSpPr>
        <p:spPr>
          <a:xfrm>
            <a:off x="6017123" y="-8146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776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92F71F24-5A3A-4102-A617-1E37ACEE6623}"/>
              </a:ext>
            </a:extLst>
          </p:cNvPr>
          <p:cNvSpPr txBox="1"/>
          <p:nvPr/>
        </p:nvSpPr>
        <p:spPr>
          <a:xfrm>
            <a:off x="3573788" y="-3343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388</a:t>
            </a:r>
            <a:endParaRPr lang="zh-TW" altLang="en-US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FA13EB9F-9C29-4A53-9195-C0D12A6ED74A}"/>
              </a:ext>
            </a:extLst>
          </p:cNvPr>
          <p:cNvSpPr txBox="1"/>
          <p:nvPr/>
        </p:nvSpPr>
        <p:spPr>
          <a:xfrm>
            <a:off x="4819691" y="-8146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582</a:t>
            </a:r>
            <a:endParaRPr lang="zh-TW" altLang="en-US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6BB6A3F4-DCF7-445B-B0C4-5311794C4EA1}"/>
              </a:ext>
            </a:extLst>
          </p:cNvPr>
          <p:cNvSpPr txBox="1"/>
          <p:nvPr/>
        </p:nvSpPr>
        <p:spPr>
          <a:xfrm>
            <a:off x="8455111" y="-57128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1164</a:t>
            </a:r>
            <a:endParaRPr lang="zh-TW" altLang="en-US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46CDEF1-DE45-412D-8A2C-D09F38A85E2C}"/>
              </a:ext>
            </a:extLst>
          </p:cNvPr>
          <p:cNvSpPr txBox="1"/>
          <p:nvPr/>
        </p:nvSpPr>
        <p:spPr>
          <a:xfrm>
            <a:off x="2333487" y="-20082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194</a:t>
            </a:r>
            <a:endParaRPr lang="zh-TW" altLang="en-US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4AA5838-9088-4405-8293-EB6FFA059985}"/>
              </a:ext>
            </a:extLst>
          </p:cNvPr>
          <p:cNvSpPr txBox="1"/>
          <p:nvPr/>
        </p:nvSpPr>
        <p:spPr>
          <a:xfrm>
            <a:off x="7279123" y="-703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970</a:t>
            </a:r>
            <a:endParaRPr lang="zh-TW" altLang="en-US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33DD381-1A46-4F15-9154-80FCAA694853}"/>
              </a:ext>
            </a:extLst>
          </p:cNvPr>
          <p:cNvSpPr txBox="1"/>
          <p:nvPr/>
        </p:nvSpPr>
        <p:spPr>
          <a:xfrm>
            <a:off x="9705149" y="-20082"/>
            <a:ext cx="663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1358</a:t>
            </a:r>
            <a:endParaRPr lang="zh-TW" altLang="en-US" dirty="0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BC901377-4708-4BDA-BB58-C452BF4CE7F8}"/>
              </a:ext>
            </a:extLst>
          </p:cNvPr>
          <p:cNvCxnSpPr>
            <a:cxnSpLocks/>
          </p:cNvCxnSpPr>
          <p:nvPr/>
        </p:nvCxnSpPr>
        <p:spPr>
          <a:xfrm>
            <a:off x="1018952" y="340014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67143B3E-2CF8-4C6F-B501-C264F6EF2BB9}"/>
              </a:ext>
            </a:extLst>
          </p:cNvPr>
          <p:cNvCxnSpPr>
            <a:cxnSpLocks/>
          </p:cNvCxnSpPr>
          <p:nvPr/>
        </p:nvCxnSpPr>
        <p:spPr>
          <a:xfrm>
            <a:off x="1018952" y="6508750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350B7649-30D4-4F9C-9E30-D6EB272A88DD}"/>
              </a:ext>
            </a:extLst>
          </p:cNvPr>
          <p:cNvCxnSpPr>
            <a:cxnSpLocks/>
          </p:cNvCxnSpPr>
          <p:nvPr/>
        </p:nvCxnSpPr>
        <p:spPr>
          <a:xfrm>
            <a:off x="1018952" y="5737658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89B925C9-EB33-49D6-8DAC-61F344B31B5F}"/>
              </a:ext>
            </a:extLst>
          </p:cNvPr>
          <p:cNvCxnSpPr>
            <a:cxnSpLocks/>
          </p:cNvCxnSpPr>
          <p:nvPr/>
        </p:nvCxnSpPr>
        <p:spPr>
          <a:xfrm>
            <a:off x="1018952" y="4966566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9E7FA78D-FC01-4908-AC6D-A87FE2EA8BF9}"/>
              </a:ext>
            </a:extLst>
          </p:cNvPr>
          <p:cNvCxnSpPr>
            <a:cxnSpLocks/>
          </p:cNvCxnSpPr>
          <p:nvPr/>
        </p:nvCxnSpPr>
        <p:spPr>
          <a:xfrm>
            <a:off x="1018952" y="4195474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5C3CC78C-E7F6-42E1-B735-1E2FA72997FD}"/>
              </a:ext>
            </a:extLst>
          </p:cNvPr>
          <p:cNvCxnSpPr>
            <a:cxnSpLocks/>
          </p:cNvCxnSpPr>
          <p:nvPr/>
        </p:nvCxnSpPr>
        <p:spPr>
          <a:xfrm>
            <a:off x="1018952" y="3424382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E9592521-6FD4-407D-BBE2-03990B432421}"/>
              </a:ext>
            </a:extLst>
          </p:cNvPr>
          <p:cNvCxnSpPr>
            <a:cxnSpLocks/>
          </p:cNvCxnSpPr>
          <p:nvPr/>
        </p:nvCxnSpPr>
        <p:spPr>
          <a:xfrm>
            <a:off x="1018952" y="2653290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ABE74724-F2F5-4648-8A15-8F5C6173DF75}"/>
              </a:ext>
            </a:extLst>
          </p:cNvPr>
          <p:cNvCxnSpPr>
            <a:cxnSpLocks/>
          </p:cNvCxnSpPr>
          <p:nvPr/>
        </p:nvCxnSpPr>
        <p:spPr>
          <a:xfrm>
            <a:off x="1018952" y="1882198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18D8B109-CFA6-4A7F-B213-4AD0AA20C4B4}"/>
              </a:ext>
            </a:extLst>
          </p:cNvPr>
          <p:cNvCxnSpPr>
            <a:cxnSpLocks/>
          </p:cNvCxnSpPr>
          <p:nvPr/>
        </p:nvCxnSpPr>
        <p:spPr>
          <a:xfrm>
            <a:off x="1018952" y="1111106"/>
            <a:ext cx="10672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2DACC3EF-384E-4E4E-8452-5FAE3899FB0A}"/>
              </a:ext>
            </a:extLst>
          </p:cNvPr>
          <p:cNvSpPr txBox="1"/>
          <p:nvPr/>
        </p:nvSpPr>
        <p:spPr>
          <a:xfrm>
            <a:off x="752950" y="158766"/>
            <a:ext cx="201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TW" altLang="en-US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3A8DC3A0-09A4-4E4B-B903-CCDFB57357C6}"/>
              </a:ext>
            </a:extLst>
          </p:cNvPr>
          <p:cNvSpPr txBox="1"/>
          <p:nvPr/>
        </p:nvSpPr>
        <p:spPr>
          <a:xfrm>
            <a:off x="436674" y="6325712"/>
            <a:ext cx="607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970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6235F4F7-F669-400D-A988-9D98010C75E7}"/>
              </a:ext>
            </a:extLst>
          </p:cNvPr>
          <p:cNvSpPr txBox="1"/>
          <p:nvPr/>
        </p:nvSpPr>
        <p:spPr>
          <a:xfrm>
            <a:off x="522823" y="3238089"/>
            <a:ext cx="607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485</a:t>
            </a:r>
            <a:endParaRPr lang="zh-TW" altLang="en-US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74472EDB-DA0B-4DDD-9A46-092CB3189455}"/>
              </a:ext>
            </a:extLst>
          </p:cNvPr>
          <p:cNvSpPr txBox="1"/>
          <p:nvPr/>
        </p:nvSpPr>
        <p:spPr>
          <a:xfrm>
            <a:off x="344122" y="4754486"/>
            <a:ext cx="78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727.5</a:t>
            </a:r>
            <a:endParaRPr lang="zh-TW" altLang="en-US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8268A11-47D3-48B7-9A05-0943D057E73D}"/>
              </a:ext>
            </a:extLst>
          </p:cNvPr>
          <p:cNvSpPr txBox="1"/>
          <p:nvPr/>
        </p:nvSpPr>
        <p:spPr>
          <a:xfrm>
            <a:off x="236074" y="5552992"/>
            <a:ext cx="91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848.75</a:t>
            </a:r>
            <a:endParaRPr lang="zh-TW" altLang="en-US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A830E648-ECB5-46B7-9643-5855A3E5A779}"/>
              </a:ext>
            </a:extLst>
          </p:cNvPr>
          <p:cNvSpPr txBox="1"/>
          <p:nvPr/>
        </p:nvSpPr>
        <p:spPr>
          <a:xfrm>
            <a:off x="377145" y="1695905"/>
            <a:ext cx="78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242.5</a:t>
            </a:r>
            <a:endParaRPr lang="zh-TW" altLang="en-US" dirty="0"/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E394A0B3-B8BA-465D-BAB2-25304F1E81E7}"/>
              </a:ext>
            </a:extLst>
          </p:cNvPr>
          <p:cNvSpPr txBox="1"/>
          <p:nvPr/>
        </p:nvSpPr>
        <p:spPr>
          <a:xfrm>
            <a:off x="236074" y="908723"/>
            <a:ext cx="898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121.25</a:t>
            </a:r>
            <a:endParaRPr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1EA8BC65-8AF8-4FBB-884B-C441966952FB}"/>
              </a:ext>
            </a:extLst>
          </p:cNvPr>
          <p:cNvSpPr txBox="1"/>
          <p:nvPr/>
        </p:nvSpPr>
        <p:spPr>
          <a:xfrm>
            <a:off x="4538602" y="1178007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600, 160</a:t>
            </a:r>
            <a:endParaRPr lang="zh-TW" altLang="en-US" sz="12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F201399-78C7-4198-8C1A-FCA00BBC5FC8}"/>
              </a:ext>
            </a:extLst>
          </p:cNvPr>
          <p:cNvSpPr txBox="1"/>
          <p:nvPr/>
        </p:nvSpPr>
        <p:spPr>
          <a:xfrm>
            <a:off x="6782862" y="1196480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845, 160</a:t>
            </a:r>
            <a:endParaRPr lang="zh-TW" altLang="en-US" sz="12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4E5A636-F6C8-4066-A6BA-6E882FE268AE}"/>
              </a:ext>
            </a:extLst>
          </p:cNvPr>
          <p:cNvSpPr txBox="1"/>
          <p:nvPr/>
        </p:nvSpPr>
        <p:spPr>
          <a:xfrm>
            <a:off x="2250631" y="4866240"/>
            <a:ext cx="132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280, 735</a:t>
            </a:r>
            <a:endParaRPr lang="zh-TW" altLang="en-US" sz="12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043E4741-6E30-4FD3-98B5-84CFFA294C58}"/>
              </a:ext>
            </a:extLst>
          </p:cNvPr>
          <p:cNvSpPr txBox="1"/>
          <p:nvPr/>
        </p:nvSpPr>
        <p:spPr>
          <a:xfrm>
            <a:off x="8771372" y="4945455"/>
            <a:ext cx="1654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1165, 735</a:t>
            </a:r>
            <a:endParaRPr lang="zh-TW" altLang="en-US" sz="12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8DC1D44-05E8-42D4-9CF5-340C3E11EA30}"/>
              </a:ext>
            </a:extLst>
          </p:cNvPr>
          <p:cNvSpPr txBox="1"/>
          <p:nvPr/>
        </p:nvSpPr>
        <p:spPr>
          <a:xfrm>
            <a:off x="5614078" y="5833148"/>
            <a:ext cx="1667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720, 850</a:t>
            </a:r>
            <a:endParaRPr lang="zh-TW" altLang="en-US" sz="12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2B9AAD9-F55D-4D61-93C6-CBEAF4D785F3}"/>
              </a:ext>
            </a:extLst>
          </p:cNvPr>
          <p:cNvSpPr txBox="1"/>
          <p:nvPr/>
        </p:nvSpPr>
        <p:spPr>
          <a:xfrm>
            <a:off x="4091539" y="5776872"/>
            <a:ext cx="1667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500, 840</a:t>
            </a:r>
            <a:endParaRPr lang="zh-TW" altLang="en-US" sz="12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BB6E4FA6-7E90-4583-B563-6BA44418D026}"/>
              </a:ext>
            </a:extLst>
          </p:cNvPr>
          <p:cNvSpPr txBox="1"/>
          <p:nvPr/>
        </p:nvSpPr>
        <p:spPr>
          <a:xfrm>
            <a:off x="7578707" y="5714523"/>
            <a:ext cx="1667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940, 840</a:t>
            </a:r>
            <a:endParaRPr lang="zh-TW" altLang="en-US" sz="1200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9CE815F-E53E-4D65-9DE6-DA86194B3B17}"/>
              </a:ext>
            </a:extLst>
          </p:cNvPr>
          <p:cNvSpPr>
            <a:spLocks noChangeAspect="1"/>
          </p:cNvSpPr>
          <p:nvPr/>
        </p:nvSpPr>
        <p:spPr>
          <a:xfrm>
            <a:off x="5174807" y="1316288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34E1124-D37B-4376-BFF2-E17B6A6AE62A}"/>
              </a:ext>
            </a:extLst>
          </p:cNvPr>
          <p:cNvSpPr>
            <a:spLocks noChangeAspect="1"/>
          </p:cNvSpPr>
          <p:nvPr/>
        </p:nvSpPr>
        <p:spPr>
          <a:xfrm>
            <a:off x="6680606" y="1298094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8D9D3A5-DDED-4293-95DF-F7100882EDBA}"/>
              </a:ext>
            </a:extLst>
          </p:cNvPr>
          <p:cNvSpPr>
            <a:spLocks noChangeAspect="1"/>
          </p:cNvSpPr>
          <p:nvPr/>
        </p:nvSpPr>
        <p:spPr>
          <a:xfrm>
            <a:off x="3071361" y="4949321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A8C3C1D-E92C-4B2E-A107-F874AEC828B9}"/>
              </a:ext>
            </a:extLst>
          </p:cNvPr>
          <p:cNvSpPr>
            <a:spLocks noChangeAspect="1"/>
          </p:cNvSpPr>
          <p:nvPr/>
        </p:nvSpPr>
        <p:spPr>
          <a:xfrm>
            <a:off x="8685169" y="4934981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70BA3754-0F04-4C76-97DC-D05FEDD97403}"/>
              </a:ext>
            </a:extLst>
          </p:cNvPr>
          <p:cNvSpPr>
            <a:spLocks noChangeAspect="1"/>
          </p:cNvSpPr>
          <p:nvPr/>
        </p:nvSpPr>
        <p:spPr>
          <a:xfrm>
            <a:off x="5930153" y="5722310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7B6A7BF9-C7AA-4D3A-84C9-0C5EE74CB3A7}"/>
              </a:ext>
            </a:extLst>
          </p:cNvPr>
          <p:cNvSpPr>
            <a:spLocks noChangeAspect="1"/>
          </p:cNvSpPr>
          <p:nvPr/>
        </p:nvSpPr>
        <p:spPr>
          <a:xfrm>
            <a:off x="4497295" y="5658844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F93989DF-D98D-48AE-B0A0-BED5DC81F2F9}"/>
              </a:ext>
            </a:extLst>
          </p:cNvPr>
          <p:cNvSpPr>
            <a:spLocks noChangeAspect="1"/>
          </p:cNvSpPr>
          <p:nvPr/>
        </p:nvSpPr>
        <p:spPr>
          <a:xfrm>
            <a:off x="7467869" y="5658844"/>
            <a:ext cx="110838" cy="1108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022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E791BB7-EF55-49E7-8FC8-C161DF98D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80" y="0"/>
            <a:ext cx="11009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550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2011</TotalTime>
  <Words>155</Words>
  <Application>Microsoft Office PowerPoint</Application>
  <PresentationFormat>寬螢幕</PresentationFormat>
  <Paragraphs>81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SIHJIE LEE</dc:creator>
  <cp:lastModifiedBy>SIHJIE LEE</cp:lastModifiedBy>
  <cp:revision>21</cp:revision>
  <dcterms:created xsi:type="dcterms:W3CDTF">2024-11-12T15:23:54Z</dcterms:created>
  <dcterms:modified xsi:type="dcterms:W3CDTF">2024-12-10T07:43:39Z</dcterms:modified>
</cp:coreProperties>
</file>